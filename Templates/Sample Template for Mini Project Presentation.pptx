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80" r:id="rId2"/>
    <p:sldId id="281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3ADEF-1232-40E6-AA0C-2DC4E3D89003}" type="datetimeFigureOut">
              <a:rPr lang="en-GB" smtClean="0"/>
              <a:pPr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E719B-CAD1-4CDF-AC07-FD62E51C14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1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BFD01EB-C9A3-4136-A0B1-C6AEC703FF81}" type="slidenum">
              <a:rPr lang="en-US" smtClean="0"/>
              <a:t>1</a:t>
            </a:fld>
            <a:endParaRPr lang="en-US"/>
          </a:p>
        </p:txBody>
      </p:sp>
      <p:sp>
        <p:nvSpPr>
          <p:cNvPr id="1048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08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BFD01EB-C9A3-4136-A0B1-C6AEC703FF81}" type="slidenum">
              <a:rPr lang="en-US" smtClean="0"/>
              <a:t>2</a:t>
            </a:fld>
            <a:endParaRPr lang="en-US"/>
          </a:p>
        </p:txBody>
      </p:sp>
      <p:sp>
        <p:nvSpPr>
          <p:cNvPr id="1048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0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D5-2594-4735-80B7-F0E4544112AC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980D-9641-4D55-BA26-2EDCEA9EE1F9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37F8-03A0-4970-9A0A-BCE5C1C1EC0E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D62D7-D6ED-44F8-A2FC-AD370DF5A044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6229-4D31-4440-844B-D28A91210DCE}" type="datetime1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690D-B474-4F2D-8063-C3D6525BFDB7}" type="datetime1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96AC-A833-40E3-8856-0B511BFD0B34}" type="datetime1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C083-5B51-4A6F-8A8D-25BF65281288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58CEF-DEAA-4FD7-A123-4034F0FFBE51}" type="datetime1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D07B-0D58-4238-8D9E-3917EDEFBF11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D4D9-60EA-4115-9F62-3D25530A60C4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3102E-B0BC-4EBE-905A-EE89488B9FC5}" type="datetime1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43608" y="160813"/>
            <a:ext cx="6984776" cy="1035939"/>
          </a:xfrm>
          <a:solidFill>
            <a:schemeClr val="bg1"/>
          </a:solidFill>
          <a:effectLst>
            <a:outerShdw dist="35921" dir="2700000" algn="ctr" rotWithShape="0">
              <a:schemeClr val="accent1">
                <a:alpha val="50000"/>
              </a:schemeClr>
            </a:outerShdw>
          </a:effectLst>
        </p:spPr>
        <p:txBody>
          <a:bodyPr>
            <a:noAutofit/>
          </a:bodyPr>
          <a:lstStyle/>
          <a:p>
            <a:r>
              <a:rPr lang="en-US" sz="1600" dirty="0"/>
              <a:t>Nutan Maharashtra </a:t>
            </a:r>
            <a:r>
              <a:rPr lang="en-US" sz="1600" dirty="0" err="1"/>
              <a:t>Vidya</a:t>
            </a:r>
            <a:r>
              <a:rPr lang="en-US" sz="1600" dirty="0"/>
              <a:t> </a:t>
            </a:r>
            <a:r>
              <a:rPr lang="en-US" sz="1600" dirty="0" err="1"/>
              <a:t>Prasarak</a:t>
            </a:r>
            <a:r>
              <a:rPr lang="en-US" sz="1600" dirty="0"/>
              <a:t> </a:t>
            </a:r>
            <a:r>
              <a:rPr lang="en-US" sz="1600" dirty="0" err="1"/>
              <a:t>Mandal’s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800" dirty="0"/>
              <a:t> </a:t>
            </a:r>
            <a:r>
              <a:rPr lang="en-US" sz="1800" b="1" dirty="0"/>
              <a:t>NUTAN COLLEGE OF ENGINEERING AND RESEARCH </a:t>
            </a:r>
            <a:br>
              <a:rPr lang="en-US" sz="1800" dirty="0"/>
            </a:br>
            <a:r>
              <a:rPr lang="en-US" sz="1600" dirty="0"/>
              <a:t>Under Administrative Support of </a:t>
            </a:r>
            <a:r>
              <a:rPr lang="en-US" sz="1600" dirty="0" err="1"/>
              <a:t>Pimpri</a:t>
            </a:r>
            <a:r>
              <a:rPr lang="en-US" sz="1600" dirty="0"/>
              <a:t> </a:t>
            </a:r>
            <a:r>
              <a:rPr lang="en-US" sz="1600" dirty="0" err="1"/>
              <a:t>Chinchwad</a:t>
            </a:r>
            <a:r>
              <a:rPr lang="en-US" sz="1600" dirty="0"/>
              <a:t>  Education Trust </a:t>
            </a:r>
            <a:br>
              <a:rPr lang="en-US" sz="1600" dirty="0"/>
            </a:br>
            <a:r>
              <a:rPr lang="en-US" sz="1600" dirty="0"/>
              <a:t>ISO 21001:2018 EOMS Certified </a:t>
            </a:r>
            <a:r>
              <a:rPr lang="en-US" sz="1200" dirty="0"/>
              <a:t>	</a:t>
            </a:r>
            <a:br>
              <a:rPr lang="en-US" sz="1200" dirty="0"/>
            </a:br>
            <a:endParaRPr lang="en-US" sz="1400" dirty="0"/>
          </a:p>
        </p:txBody>
      </p:sp>
      <p:pic>
        <p:nvPicPr>
          <p:cNvPr id="209715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9232"/>
            <a:ext cx="1202454" cy="103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601" name="TextBox 7"/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Seminar- II / Review -1 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b="1" smtClean="0">
                <a:solidFill>
                  <a:schemeClr val="tx1"/>
                </a:solidFill>
              </a:rPr>
              <a:pPr/>
              <a:t>1</a:t>
            </a:fld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484784"/>
            <a:ext cx="80917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Presentation on</a:t>
            </a:r>
          </a:p>
          <a:p>
            <a:endParaRPr lang="en-US" dirty="0"/>
          </a:p>
          <a:p>
            <a:pPr algn="ctr"/>
            <a:r>
              <a:rPr lang="en-US" b="1" dirty="0"/>
              <a:t>Title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By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Name of Students (Roll No)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Under the guidance of </a:t>
            </a:r>
          </a:p>
          <a:p>
            <a:pPr algn="ctr"/>
            <a:r>
              <a:rPr lang="en-US" dirty="0"/>
              <a:t>Prof. XYZ</a:t>
            </a:r>
          </a:p>
          <a:p>
            <a:pPr algn="ctr"/>
            <a:r>
              <a:rPr lang="en-US" dirty="0"/>
              <a:t>Academic Year 2025 - 26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Department of CSE-Artificial Intelligence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pic>
        <p:nvPicPr>
          <p:cNvPr id="1027" name="Picture 3" descr="C:\Users\admin\Desktop\downloa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44624"/>
            <a:ext cx="1207008" cy="10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23528" y="6160219"/>
            <a:ext cx="3178696" cy="365125"/>
          </a:xfrm>
        </p:spPr>
        <p:txBody>
          <a:bodyPr/>
          <a:lstStyle/>
          <a:p>
            <a:r>
              <a:rPr lang="en-GB" sz="1600" dirty="0">
                <a:solidFill>
                  <a:schemeClr val="tx1"/>
                </a:solidFill>
              </a:rPr>
              <a:t>Wednesday, 16 March  2026</a:t>
            </a:r>
          </a:p>
        </p:txBody>
      </p:sp>
    </p:spTree>
    <p:extLst>
      <p:ext uri="{BB962C8B-B14F-4D97-AF65-F5344CB8AC3E}">
        <p14:creationId xmlns:p14="http://schemas.microsoft.com/office/powerpoint/2010/main" val="241731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43608" y="160813"/>
            <a:ext cx="6984776" cy="1035939"/>
          </a:xfrm>
          <a:solidFill>
            <a:schemeClr val="bg1"/>
          </a:solidFill>
          <a:effectLst>
            <a:outerShdw dist="35921" dir="2700000" algn="ctr" rotWithShape="0">
              <a:schemeClr val="accent1">
                <a:alpha val="50000"/>
              </a:schemeClr>
            </a:outerShdw>
          </a:effectLst>
        </p:spPr>
        <p:txBody>
          <a:bodyPr>
            <a:noAutofit/>
          </a:bodyPr>
          <a:lstStyle/>
          <a:p>
            <a:r>
              <a:rPr lang="en-US" sz="1600" dirty="0"/>
              <a:t>Nutan Maharashtra </a:t>
            </a:r>
            <a:r>
              <a:rPr lang="en-US" sz="1600" dirty="0" err="1"/>
              <a:t>Vidya</a:t>
            </a:r>
            <a:r>
              <a:rPr lang="en-US" sz="1600" dirty="0"/>
              <a:t> </a:t>
            </a:r>
            <a:r>
              <a:rPr lang="en-US" sz="1600" dirty="0" err="1"/>
              <a:t>Prasarak</a:t>
            </a:r>
            <a:r>
              <a:rPr lang="en-US" sz="1600" dirty="0"/>
              <a:t> </a:t>
            </a:r>
            <a:r>
              <a:rPr lang="en-US" sz="1600" dirty="0" err="1"/>
              <a:t>Mandal’s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800" dirty="0"/>
              <a:t> </a:t>
            </a:r>
            <a:r>
              <a:rPr lang="en-US" sz="1800" b="1" dirty="0"/>
              <a:t>NUTAN COLLEGE OF ENGINEERING AND RESEARCH </a:t>
            </a:r>
            <a:br>
              <a:rPr lang="en-US" sz="1800" dirty="0"/>
            </a:br>
            <a:r>
              <a:rPr lang="en-US" sz="1600" dirty="0"/>
              <a:t>Under Administrative Support of </a:t>
            </a:r>
            <a:r>
              <a:rPr lang="en-US" sz="1600" dirty="0" err="1"/>
              <a:t>Pimpri</a:t>
            </a:r>
            <a:r>
              <a:rPr lang="en-US" sz="1600" dirty="0"/>
              <a:t> </a:t>
            </a:r>
            <a:r>
              <a:rPr lang="en-US" sz="1600" dirty="0" err="1"/>
              <a:t>Chinchwad</a:t>
            </a:r>
            <a:r>
              <a:rPr lang="en-US" sz="1600" dirty="0"/>
              <a:t>  Education Trust </a:t>
            </a:r>
            <a:br>
              <a:rPr lang="en-US" sz="1600" dirty="0"/>
            </a:br>
            <a:r>
              <a:rPr lang="en-US" sz="1600" dirty="0"/>
              <a:t>ISO 21001:2018 EOMS Certified </a:t>
            </a:r>
            <a:r>
              <a:rPr lang="en-US" sz="1200" dirty="0"/>
              <a:t>	</a:t>
            </a:r>
            <a:br>
              <a:rPr lang="en-US" sz="1200" dirty="0"/>
            </a:br>
            <a:endParaRPr lang="en-US" sz="1400" dirty="0"/>
          </a:p>
        </p:txBody>
      </p:sp>
      <p:pic>
        <p:nvPicPr>
          <p:cNvPr id="209715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9232"/>
            <a:ext cx="1202454" cy="103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601" name="TextBox 7"/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b="1" smtClean="0">
                <a:solidFill>
                  <a:schemeClr val="tx1"/>
                </a:solidFill>
              </a:rPr>
              <a:pPr/>
              <a:t>2</a:t>
            </a:fld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admin\Desktop\downloa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867" y="0"/>
            <a:ext cx="1207008" cy="10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54392" y="2106606"/>
            <a:ext cx="48245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Solution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System Requirements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Tools / Techniques used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Web Application Design / layout 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Code screenshot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Output Screenshot till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3538" y="1556792"/>
            <a:ext cx="10631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5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D07D-B12D-BFB8-15E1-49BAA948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076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2.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18AF-54B7-FF0E-5E6D-7408995AD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/>
          <a:lstStyle/>
          <a:p>
            <a:r>
              <a:rPr lang="en-US" dirty="0"/>
              <a:t>Brief introduction of the project topic</a:t>
            </a:r>
          </a:p>
          <a:p>
            <a:r>
              <a:rPr lang="en-US" dirty="0"/>
              <a:t>Background of the problem</a:t>
            </a:r>
          </a:p>
          <a:p>
            <a:r>
              <a:rPr lang="en-US" dirty="0"/>
              <a:t>Importance of the project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8A92C-9B1F-437A-D5AC-B6806442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83B6D-F58F-DCD8-588F-0D1AFBD0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00" y="146802"/>
            <a:ext cx="7715200" cy="90767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9BFE466-5B3A-35F6-95E9-6AF88474C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7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7320-3A7C-91C3-EFA6-C0335CE5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556792"/>
            <a:ext cx="8229600" cy="6480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AD1D-AD6E-9B39-3378-71CB5F2E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36" y="2328461"/>
            <a:ext cx="8360363" cy="3404741"/>
          </a:xfrm>
        </p:spPr>
        <p:txBody>
          <a:bodyPr/>
          <a:lstStyle/>
          <a:p>
            <a:r>
              <a:rPr lang="en-US" dirty="0"/>
              <a:t>Clearly define the problem your project is solving</a:t>
            </a:r>
          </a:p>
          <a:p>
            <a:r>
              <a:rPr lang="en-US" dirty="0"/>
              <a:t>Why this problem is important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84CCB-38F6-5A0C-A1E3-3FC1E08C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5CD787-DF26-A327-01F9-77226E8C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DF2B352-C18B-4026-BB0A-91D707268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3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8F2B-148B-C15E-8BC8-BDCABD8D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46" y="1844824"/>
            <a:ext cx="8229600" cy="6393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0EF9-2916-351D-EF33-6D1D7A8A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533271"/>
          </a:xfrm>
        </p:spPr>
        <p:txBody>
          <a:bodyPr/>
          <a:lstStyle/>
          <a:p>
            <a:r>
              <a:rPr lang="en-US" dirty="0"/>
              <a:t>Main aim of the project</a:t>
            </a:r>
          </a:p>
          <a:p>
            <a:r>
              <a:rPr lang="en-US" dirty="0"/>
              <a:t>Specific objectives to be achieved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To design and develop a system for ______</a:t>
            </a:r>
          </a:p>
          <a:p>
            <a:r>
              <a:rPr lang="en-US" dirty="0"/>
              <a:t>To improve ______ efficiency</a:t>
            </a:r>
          </a:p>
          <a:p>
            <a:r>
              <a:rPr lang="en-US" dirty="0"/>
              <a:t>To provide a user-friendly solution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A83B5-C4A0-C164-6602-738168F0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F9231-CD68-6F26-3FBF-89299EE3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59291A7C-7854-8170-1755-E665F1E00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57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3673-70F8-1660-91A6-11ACC20F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78" y="2085826"/>
            <a:ext cx="8566043" cy="929609"/>
          </a:xfrm>
        </p:spPr>
        <p:txBody>
          <a:bodyPr>
            <a:normAutofit/>
          </a:bodyPr>
          <a:lstStyle/>
          <a:p>
            <a:r>
              <a:rPr lang="en-US" b="1" dirty="0"/>
              <a:t>Literature Survey /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08454-26C9-A8EB-677F-8972E9A5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879" y="3429000"/>
            <a:ext cx="8229600" cy="15841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Brief description of existing methods or systems</a:t>
            </a:r>
          </a:p>
          <a:p>
            <a:r>
              <a:rPr lang="en-US" dirty="0"/>
              <a:t>Limitations of current systems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D36D5-F8B1-DB56-0C80-7FF44674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3F920-BCF2-B748-FD58-FDDE6982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A4E92FD7-94B5-B4E0-559B-9694F5649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0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A636-951D-2FEF-66EF-FEA6CEF3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27549"/>
            <a:ext cx="8229600" cy="812675"/>
          </a:xfrm>
        </p:spPr>
        <p:txBody>
          <a:bodyPr>
            <a:normAutofit/>
          </a:bodyPr>
          <a:lstStyle/>
          <a:p>
            <a:r>
              <a:rPr lang="en-US" b="1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77B5-8BC4-CAE3-36A3-D12A35930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3140968"/>
            <a:ext cx="8229600" cy="11019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Explanation of your proposed solution</a:t>
            </a:r>
          </a:p>
          <a:p>
            <a:r>
              <a:rPr lang="en-US" dirty="0"/>
              <a:t>Advantages over the existing system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6A4E7-C8B5-690B-C3D7-26403104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9490C-2DA8-10E8-A04B-062CF0FC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2DC40B6-7AF9-1186-6EBD-F4DEA8166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286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6AB3-0B58-7837-0C96-6CEEC4F9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17" y="1916832"/>
            <a:ext cx="8229600" cy="7489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Methodology /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4BF1-5E4F-69D2-EAC3-3D1DD880F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17" y="2852936"/>
            <a:ext cx="8229600" cy="2049091"/>
          </a:xfrm>
        </p:spPr>
        <p:txBody>
          <a:bodyPr/>
          <a:lstStyle/>
          <a:p>
            <a:r>
              <a:rPr lang="en-US" dirty="0"/>
              <a:t>Working process of the project</a:t>
            </a:r>
          </a:p>
          <a:p>
            <a:r>
              <a:rPr lang="en-US" dirty="0"/>
              <a:t>Block diagram / architecture diagram</a:t>
            </a:r>
          </a:p>
          <a:p>
            <a:r>
              <a:rPr lang="en-US" dirty="0"/>
              <a:t>Flow of the system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3C6B4-DC6A-BC71-9150-F9D03CF0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73C33-1850-9D6A-42FB-143CE5A5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F552083C-7098-8F63-5E0B-278AD1C5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2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89C7-567C-B882-3C39-39819EAF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1222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/>
              <a:t>Tools and 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9D0E0-51D7-54FC-AD40-557C7BCD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5195"/>
          </a:xfrm>
        </p:spPr>
        <p:txBody>
          <a:bodyPr/>
          <a:lstStyle/>
          <a:p>
            <a:r>
              <a:rPr lang="en-IN" dirty="0"/>
              <a:t>Example:</a:t>
            </a:r>
          </a:p>
          <a:p>
            <a:r>
              <a:rPr lang="en-IN" dirty="0"/>
              <a:t>Programming Language: Python / Java</a:t>
            </a:r>
          </a:p>
          <a:p>
            <a:r>
              <a:rPr lang="en-IN" dirty="0"/>
              <a:t>Database: MySQL</a:t>
            </a:r>
          </a:p>
          <a:p>
            <a:r>
              <a:rPr lang="en-IN" dirty="0"/>
              <a:t>Platform: </a:t>
            </a:r>
            <a:r>
              <a:rPr lang="en-IN" dirty="0" err="1"/>
              <a:t>Jupyter</a:t>
            </a:r>
            <a:r>
              <a:rPr lang="en-IN" dirty="0"/>
              <a:t> Notebook / VS Code</a:t>
            </a:r>
          </a:p>
          <a:p>
            <a:r>
              <a:rPr lang="en-IN" dirty="0"/>
              <a:t>Libraries / Frameworks used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8F75-1C2F-2DB5-72BF-92D9500C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F39FD-18AF-51E2-471D-5AA294EB1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062CF898-0668-6F12-7040-467C4F6F2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9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29786-BB0F-D82B-1556-40A36139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9" y="1366805"/>
            <a:ext cx="8229600" cy="6220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1FE-A188-4CB4-E61A-DED113E4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330138"/>
            <a:ext cx="8229600" cy="2193107"/>
          </a:xfrm>
        </p:spPr>
        <p:txBody>
          <a:bodyPr/>
          <a:lstStyle/>
          <a:p>
            <a:r>
              <a:rPr lang="en-US" dirty="0"/>
              <a:t>Steps involved in developing the system</a:t>
            </a:r>
          </a:p>
          <a:p>
            <a:r>
              <a:rPr lang="en-US" dirty="0"/>
              <a:t>Important modules of the project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6D400-0B43-665E-271B-BA5176DB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BD486-944B-61D4-6D56-5943AA44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E20BCB-F5E1-CC43-0D3D-14EB36A1F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8AAA-8C95-6053-FE7A-8D3B4113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2401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Results /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5877-1648-AF56-9A6D-B818C2F25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3284984"/>
            <a:ext cx="8229600" cy="4525963"/>
          </a:xfrm>
        </p:spPr>
        <p:txBody>
          <a:bodyPr/>
          <a:lstStyle/>
          <a:p>
            <a:r>
              <a:rPr lang="en-US" dirty="0"/>
              <a:t>Screenshots of the working system</a:t>
            </a:r>
          </a:p>
          <a:p>
            <a:r>
              <a:rPr lang="en-US" dirty="0"/>
              <a:t>Output obtained from the project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ECC4E-C746-C4C2-5994-7FCA2942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84D07-B707-3D6F-C66B-D3123A88F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AAD1B02D-0F6B-AF37-29AC-680FA7CFC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9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55DB-5C4F-6FD8-E129-60973589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7486"/>
            <a:ext cx="8229600" cy="796950"/>
          </a:xfrm>
        </p:spPr>
        <p:txBody>
          <a:bodyPr>
            <a:normAutofit/>
          </a:bodyPr>
          <a:lstStyle/>
          <a:p>
            <a:r>
              <a:rPr lang="en-US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A6EA-11D5-B979-7695-82374EA43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3284984"/>
            <a:ext cx="8229600" cy="4525963"/>
          </a:xfrm>
        </p:spPr>
        <p:txBody>
          <a:bodyPr/>
          <a:lstStyle/>
          <a:p>
            <a:r>
              <a:rPr lang="en-US" dirty="0"/>
              <a:t>Real world uses of the project</a:t>
            </a:r>
          </a:p>
          <a:p>
            <a:r>
              <a:rPr lang="en-US" dirty="0"/>
              <a:t>Industries where it can be applied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FC2A-94E8-52B6-12E1-B982BB76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DF769-670A-FC86-E9B5-E257910BE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C300F096-20D6-F363-BB39-FB4D833E5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0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28B9-FC8A-09B4-2A3D-9A3B04850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98884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5AB22-D00E-1FE9-16A2-960BF7C15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3457600"/>
            <a:ext cx="8229600" cy="4525963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Key benefits of the system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F72A-A76A-DEDD-29F9-AB1C4348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21FC7-330B-A2DB-B1EA-2F3218B4D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471924C5-5705-AE22-5965-6B37C3A33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37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89D9-8B25-0A80-FBD5-BF2C64F9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1" y="148478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Limitations (Optional)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4E563-F671-5819-5640-C7D063DD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597759"/>
            <a:ext cx="8075240" cy="2522097"/>
          </a:xfrm>
        </p:spPr>
        <p:txBody>
          <a:bodyPr/>
          <a:lstStyle/>
          <a:p>
            <a:r>
              <a:rPr lang="en-US" dirty="0"/>
              <a:t>Current constraints of the project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2F902-EF52-9EC3-D68A-2C4C6CB2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A54AC-AE11-FC86-0E25-5D0F42F8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325CA35C-D0CC-A8F5-A91D-4037D79A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2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2F2F-9103-A992-1BF3-0D152AB0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99796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973DA-3DA9-FF90-4B48-BE2B08DD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717032"/>
            <a:ext cx="8229600" cy="2409131"/>
          </a:xfrm>
        </p:spPr>
        <p:txBody>
          <a:bodyPr/>
          <a:lstStyle/>
          <a:p>
            <a:r>
              <a:rPr lang="en-US" dirty="0"/>
              <a:t>Possible improvements</a:t>
            </a:r>
          </a:p>
          <a:p>
            <a:r>
              <a:rPr lang="en-US" dirty="0"/>
              <a:t>Advanced features that can be added later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55BCE-9577-033F-1653-DB8202EF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465CC-1E0D-CA4B-3C1B-916BA257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923A2EBF-0580-3577-622B-E0888F186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3D15-EBBA-E962-2D67-8F36CBA5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56" y="2182259"/>
            <a:ext cx="8229600" cy="796950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7991-6E0D-0081-3440-785033094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66" y="3356992"/>
            <a:ext cx="8229600" cy="4525963"/>
          </a:xfrm>
        </p:spPr>
        <p:txBody>
          <a:bodyPr/>
          <a:lstStyle/>
          <a:p>
            <a:r>
              <a:rPr lang="en-US" dirty="0"/>
              <a:t>Summary of the project</a:t>
            </a:r>
          </a:p>
          <a:p>
            <a:r>
              <a:rPr lang="en-US" dirty="0"/>
              <a:t>Final outcome and achievements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5377D-B184-789B-2779-23158DFB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53FB1-1885-07D4-E40C-6693E6CA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091D9C-17C7-77C7-F95A-755CE436A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56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C761-B27D-DFD1-0C7F-72A3F012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12" y="162401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0A54-C78A-7F87-49F3-6665A005C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36" y="2767012"/>
            <a:ext cx="8710059" cy="4525963"/>
          </a:xfrm>
        </p:spPr>
        <p:txBody>
          <a:bodyPr/>
          <a:lstStyle/>
          <a:p>
            <a:r>
              <a:rPr lang="en-US" dirty="0"/>
              <a:t>Research papers</a:t>
            </a:r>
          </a:p>
          <a:p>
            <a:r>
              <a:rPr lang="en-US" dirty="0"/>
              <a:t>Websites</a:t>
            </a:r>
          </a:p>
          <a:p>
            <a:r>
              <a:rPr lang="en-US" dirty="0"/>
              <a:t>Books used for the project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6A409-9040-A72E-5A9D-C3A48008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3C93B-B7FD-51DF-2370-F48DA898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DD357D66-C656-67CF-704F-1C0F8AAA0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403</Words>
  <Application>Microsoft Office PowerPoint</Application>
  <PresentationFormat>On-screen Show (4:3)</PresentationFormat>
  <Paragraphs>116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Narrow</vt:lpstr>
      <vt:lpstr>Calibri</vt:lpstr>
      <vt:lpstr>Times New Roman</vt:lpstr>
      <vt:lpstr>Office Theme</vt:lpstr>
      <vt:lpstr>Nutan Maharashtra Vidya Prasarak Mandal’s   NUTAN COLLEGE OF ENGINEERING AND RESEARCH  Under Administrative Support of Pimpri Chinchwad  Education Trust  ISO 21001:2018 EOMS Certified   </vt:lpstr>
      <vt:lpstr>Nutan Maharashtra Vidya Prasarak Mandal’s   NUTAN COLLEGE OF ENGINEERING AND RESEARCH  Under Administrative Support of Pimpri Chinchwad  Education Trust  ISO 21001:2018 EOMS Certified   </vt:lpstr>
      <vt:lpstr>2. Introduction</vt:lpstr>
      <vt:lpstr>Problem Statement</vt:lpstr>
      <vt:lpstr>Objectives</vt:lpstr>
      <vt:lpstr>Literature Survey / Existing System</vt:lpstr>
      <vt:lpstr>Proposed System</vt:lpstr>
      <vt:lpstr>Methodology / System Architecture</vt:lpstr>
      <vt:lpstr>Tools and Technologies Used</vt:lpstr>
      <vt:lpstr>Implementation</vt:lpstr>
      <vt:lpstr>Results / Output</vt:lpstr>
      <vt:lpstr>Applications</vt:lpstr>
      <vt:lpstr>Advantages</vt:lpstr>
      <vt:lpstr>Limitations (Optional)</vt:lpstr>
      <vt:lpstr>Future Scope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Kevin Hickey</dc:creator>
  <cp:lastModifiedBy>BHARGAVI DALAL</cp:lastModifiedBy>
  <cp:revision>83</cp:revision>
  <dcterms:created xsi:type="dcterms:W3CDTF">2010-06-24T14:41:07Z</dcterms:created>
  <dcterms:modified xsi:type="dcterms:W3CDTF">2026-03-16T05:21:44Z</dcterms:modified>
</cp:coreProperties>
</file>